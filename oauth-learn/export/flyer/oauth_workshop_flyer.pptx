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36118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  ·  TWO SESSIONS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2.0, JWT/JOSE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FAPI 2.0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it, break it, and learn to teach it — not just recognise the diagrams.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999232"/>
            <a:ext cx="864108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999232"/>
            <a:ext cx="8641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77340" y="299923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7340" y="299923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83764" y="2999232"/>
            <a:ext cx="1344168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3764" y="2999232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/ JOSE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74236" y="299923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74236" y="299923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72684" y="2999232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2684" y="2999232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8953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WALK AWAY ABLE TO 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42428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424281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OAuth flow and draw Authorization Code + PKCE from memory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46451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6112" y="46451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JWTs properly — and explain why decoding is not validation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504748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504748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real-world attacks to the controls that stop them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54498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5449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FAPI 2.0 as strict OAuth for high-value APIs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59893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— ACROSS TWO SESSIONS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327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 ·  AVAILABLE NOW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68496" y="6327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 ·  DATE TBA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675120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6675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" y="6647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7095744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7095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7552" y="7068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7516368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7516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7552" y="7488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" y="7936992"/>
            <a:ext cx="310896" cy="310896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7936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7552" y="7909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68496" y="6675120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41" name="Text 39"/>
          <p:cNvSpPr/>
          <p:nvPr/>
        </p:nvSpPr>
        <p:spPr>
          <a:xfrm>
            <a:off x="3968496" y="6675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6647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JWS, JWE, JWK / JWKS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68496" y="7095744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44" name="Text 42"/>
          <p:cNvSpPr/>
          <p:nvPr/>
        </p:nvSpPr>
        <p:spPr>
          <a:xfrm>
            <a:off x="3968496" y="7095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0" y="70683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controls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968496" y="7516368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47" name="Text 45"/>
          <p:cNvSpPr/>
          <p:nvPr/>
        </p:nvSpPr>
        <p:spPr>
          <a:xfrm>
            <a:off x="3968496" y="7516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89120" y="748893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PAR, JAR, JARM, DPoP, mTLS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68496" y="7936992"/>
            <a:ext cx="310896" cy="310896"/>
          </a:xfrm>
          <a:prstGeom prst="ellipse">
            <a:avLst/>
          </a:prstGeom>
          <a:solidFill>
            <a:srgbClr val="5A6B7B"/>
          </a:solidFill>
          <a:ln/>
        </p:spPr>
      </p:sp>
      <p:sp>
        <p:nvSpPr>
          <p:cNvPr id="50" name="Text 48"/>
          <p:cNvSpPr/>
          <p:nvPr/>
        </p:nvSpPr>
        <p:spPr>
          <a:xfrm>
            <a:off x="3968496" y="7936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89120" y="7909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66928" y="8549640"/>
            <a:ext cx="3163824" cy="1444752"/>
          </a:xfrm>
          <a:prstGeom prst="roundRect">
            <a:avLst>
              <a:gd name="adj" fmla="val 3797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86959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49808" y="9006840"/>
            <a:ext cx="2798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sessions, hands-on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topic: concept → diagram → run a real Go demo → explain it back.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041648" y="8549640"/>
            <a:ext cx="3163824" cy="1444752"/>
          </a:xfrm>
          <a:prstGeom prst="roundRect">
            <a:avLst>
              <a:gd name="adj" fmla="val 3797"/>
            </a:avLst>
          </a:prstGeom>
          <a:solidFill>
            <a:srgbClr val="EEF3F8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24528" y="8695944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224528" y="9006840"/>
            <a:ext cx="27980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API &amp; security engineers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building APIs, adding “Login with…”, or heading toward open banking / FAPI.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566928" y="10241280"/>
            <a:ext cx="6428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</a:t>
            </a:r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Session 2: </a:t>
            </a:r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announced</a:t>
            </a:r>
            <a:pPr algn="ctr"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Register: </a:t>
            </a:r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OAuth/JWT/FAPI Workshop</dc:creator>
  <cp:lastModifiedBy>OAuth/JWT/FAPI Workshop</cp:lastModifiedBy>
  <cp:revision>1</cp:revision>
  <dcterms:created xsi:type="dcterms:W3CDTF">2026-06-21T16:21:22Z</dcterms:created>
  <dcterms:modified xsi:type="dcterms:W3CDTF">2026-06-21T16:21:22Z</dcterms:modified>
</cp:coreProperties>
</file>