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26974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50292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7FD9C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2.0 &amp; JWT WORKSHOP  ·  SESSION 1 OF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66928" y="841248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 — the foundations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66928" y="162763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CE7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1 to 4: the mental model, the flows, and how tokens are validated.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66928" y="2176272"/>
            <a:ext cx="1543507" cy="310896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2176272"/>
            <a:ext cx="15435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Actors &amp; flows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38451" y="2176272"/>
            <a:ext cx="1711757" cy="310896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38451" y="2176272"/>
            <a:ext cx="171175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Code + PKCE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078224" y="2176272"/>
            <a:ext cx="1627632" cy="310896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78224" y="2176272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 flow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33872" y="2176272"/>
            <a:ext cx="1543507" cy="310896"/>
          </a:xfrm>
          <a:prstGeom prst="roundRect">
            <a:avLst>
              <a:gd name="adj" fmla="val 50000"/>
            </a:avLst>
          </a:prstGeom>
          <a:solidFill>
            <a:srgbClr val="16304E"/>
          </a:solidFill>
          <a:ln w="12700">
            <a:solidFill>
              <a:srgbClr val="3251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33872" y="2176272"/>
            <a:ext cx="154350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FE9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validation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29260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SESSION 1 COVERS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" y="3291840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9848" y="3255264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Problem, Actors &amp; Endpoints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69848" y="3602736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OAuth beats password sharing · the four actors · /authorize vs /token (front- vs back-channel) · tokens, scopes, consent · OAuth vs OpenID Connect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370832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4370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69848" y="4334256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Code + PKCE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69848" y="4681728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main user flow step by step · request parameters · why PKCE protects the code exchange · state vs redirect_uri vs PKCE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5449824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5449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69848" y="5413248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Credentials, Refresh &amp; Device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1069848" y="57607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Machine-to-machine (no user) · refresh tokens &amp; rotation · device flow for CLI/TV · choosing the right flow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66928" y="6528816"/>
            <a:ext cx="365760" cy="365760"/>
          </a:xfrm>
          <a:prstGeom prst="ellipse">
            <a:avLst/>
          </a:prstGeom>
          <a:solidFill>
            <a:srgbClr val="0F8A7E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65288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069848" y="6492240"/>
            <a:ext cx="6309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Validation &amp; JWT Basics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69848" y="6839712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claims (iss, aud, exp, scope) · decoding ≠ validation · the validation checklist · 401 vs 403 · opaque tokens &amp; introspection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66928" y="7635240"/>
            <a:ext cx="6428232" cy="713232"/>
          </a:xfrm>
          <a:prstGeom prst="roundRect">
            <a:avLst>
              <a:gd name="adj" fmla="val 7692"/>
            </a:avLst>
          </a:prstGeom>
          <a:solidFill>
            <a:srgbClr val="E9F5F2"/>
          </a:solidFill>
          <a:ln w="12700">
            <a:solidFill>
              <a:srgbClr val="A9D8C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7635240"/>
            <a:ext cx="60624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Session 1 you can: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OAuth without JWT, draw Auth Code + PKCE from memory, pick the right flow, and validate a JWT for the right reason.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66928" y="86410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2 — DATE TO BE ANNOUNCED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" y="90068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664208" y="900684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JWS, JWE, JWK / JWKS — signing vs encryption, key rotation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" y="937260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664208" y="937260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OAuth security controls — attacks mapped to mitigations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66928" y="973836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664208" y="973836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Advanced: PAR, JAR, JARM, DPoP, mTLS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66928" y="1010412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8A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664208" y="1010412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D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FAPI 2.0 — strict OAuth for high-value APIs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66928" y="10351008"/>
            <a:ext cx="6428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1 date: </a:t>
            </a:r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</a:t>
            </a:r>
            <a:pPr algn="ct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Format: </a:t>
            </a:r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in-person / online</a:t>
            </a:r>
            <a:pPr algn="ctr" indent="0" marL="0">
              <a:buNone/>
            </a:pPr>
            <a:r>
              <a:rPr lang="en-US" sz="10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Register: </a:t>
            </a:r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2026-06-21T16:19:19Z</dcterms:created>
  <dcterms:modified xsi:type="dcterms:W3CDTF">2026-06-21T16:19:19Z</dcterms:modified>
</cp:coreProperties>
</file>