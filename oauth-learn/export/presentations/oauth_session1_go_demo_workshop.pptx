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· SESSION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— the real flow, in Go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OAuth by running a real go-oidc demo end to end.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4526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resource/labs/day1-go-oauth-demo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http://localhost:8082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416052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4160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Code + PKCE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452628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4526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489204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48920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525780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257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Authorization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flow without hiding behind JWT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6550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four OAuth actors and the endpoints onto the running app.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94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Authorization Code + PKCE from memory.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4838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browser / front-channel vs back-channel requests.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3982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state, redirect_uri, code_challenge, and code_verifier.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3126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flow for common application shapes.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 program, three separate servers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network separation — each OAuth role is its own HTTP server (see main.go).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1214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5054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  ·  op.go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926080"/>
            <a:ext cx="3118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go-oidc OpenID Provider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/authorize  /token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/introspect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/device_authorization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92024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6008" y="21214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Server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36008" y="25054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:8081  ·  api.go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36008" y="2926080"/>
            <a:ext cx="3118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endpoints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/api/profile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/api/fraud-report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/api/deploy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92024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E9F5F2"/>
          </a:solidFill>
          <a:ln w="1905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30768" y="21214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30768" y="25054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:8082  ·  client.go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30768" y="2926080"/>
            <a:ext cx="3118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RepoBoard + service + CLI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/start  /callback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/refresh  /call-api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HERE → :8082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RHYTHM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teach each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are we solving?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871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487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talks to whom, and on which channel?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2841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3284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function in client.go / op.go / api.go?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169664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966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flow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41696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URL or token actually appears?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010912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109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83280" y="50109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participants explain it back?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run and read the demo — they do not write code in Session 1.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access without the password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RepoBoard needs to read the user's GitHub-like profile — without ever getting their password.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2494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sharing — wrong shape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4983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hands RepoBoard a password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can do everything the user can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scope to one resource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Revoking means changing the password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2494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delegation — right shape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670048"/>
            <a:ext cx="4983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approves limited API access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receives a scoped token, not a password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can be revoked on its own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expires automatically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receives permission, not the user's password.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IN THE GO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four actors onto the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200400" cy="676656"/>
          </a:xfrm>
          <a:prstGeom prst="roundRect">
            <a:avLst>
              <a:gd name="adj" fmla="val 810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Owner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160020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user “Alya Developer” (Subject = alya)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3200400" cy="676656"/>
          </a:xfrm>
          <a:prstGeom prst="roundRect">
            <a:avLst>
              <a:gd name="adj" fmla="val 810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4144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44144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:8082 · client.go — RepoBoard (client_id repoboard-web)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200400" cy="676656"/>
          </a:xfrm>
          <a:prstGeom prst="roundRect">
            <a:avLst>
              <a:gd name="adj" fmla="val 810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8269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28269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:8080 · op.go — go-oidc provider (login, consent, tokens)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3200400" cy="676656"/>
          </a:xfrm>
          <a:prstGeom prst="roundRect">
            <a:avLst>
              <a:gd name="adj" fmla="val 8108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2394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Server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412394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:8081 · api.go — protected APIs, validates tokens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room: which actor issues the token, and which actor validates it?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/authorize and /token are not interchangeable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922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/authorize   (:8080, front-channel)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4983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redirect — the user sees it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+ consent happen here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code + state in the redirect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922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/token   (:8080, back-channel)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12848"/>
            <a:ext cx="4983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Server-to-server POST — no redirect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Exchanges code (+ verifier) for tokens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Returns: JSON token response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endpoints are served by go-oidc </a:t>
            </a:r>
            <a:pPr indent="0" marL="0">
              <a:buNone/>
            </a:pPr>
            <a:r>
              <a:rPr lang="en-US" sz="1400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(op.Handler())</a:t>
            </a:r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 do not implement them. Your client calls them from client.go.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gets a code; the client gets tokens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7647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76479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/start  (:8082)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4780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47802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/authorize  (:8080)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09544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1912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319125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/callback?code&amp;state  (:8082)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922776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904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390448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/token  (:8080)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636008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46177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46177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/api/profile  (:8081)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178308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21040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anchor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228600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“Start Auth Code + PKCE flow” on :8082, then ask participants what travels through the browser vs the back-channel.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AUTHORIZATION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builds the request before redirecting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45920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client.go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63642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(c *ClientApp) StartAuthCode(w, r)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        := randomString(18)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codeVerifier  := randomString(48)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codeChallenge := pkceChallenge(codeVerifier)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save state + verifier in the session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:= url.Values{}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q.Set("response_type", "code")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q.Set("client_id", "repoboard-web")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q.Set("redirect_uri", clientBaseURL+"/callback")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q.Set("scope", "openid profile profile.read offline_access")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q.Set("state", state)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q.Set("code_challenge", codeChallenge)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q.Set("code_challenge_method", "S256")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http.Redirect(w, r, opBaseURL+"/authorize?"+q.Encode(), 302)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3886200" cy="4206240"/>
          </a:xfrm>
          <a:prstGeom prst="roundRect">
            <a:avLst>
              <a:gd name="adj" fmla="val 1412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18120" y="17007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point 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212140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+ code_verifier are created on the client, before any redirect.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code_challenge (a hash) goes through the browser.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 stays in the session — it is never sent to /authorize.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parameter in the redirect, explained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response_type=code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an authorization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client_id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2331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client app (repoboard-web)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redirect_uri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browser returns (:8082/callback)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3794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requested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4526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binding — CSRF protection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code_challenge (+ _method=S256)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77840" y="5257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PKCE challenge for the code exchange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APPROVAL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consent is a go-oidc policy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45920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op.go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63642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loginPolicy := goidc.NewPolicy("simple_login",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func(...) bool { return true },   // applies to all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func(w, r, as, _) (goidc.Status, error)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r.Method == GET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render the consent screen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goidc.StatusPending, nil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r.FormValue("approve") == "true"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as.Subject       = "alya"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as.GrantedScopes = as.Scopes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goidc.StatusSuccess, nil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goidc.StatusFailure, nil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3886200" cy="4206240"/>
          </a:xfrm>
          <a:prstGeom prst="roundRect">
            <a:avLst>
              <a:gd name="adj" fmla="val 1412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18120" y="17007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point 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212140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hook where a real app would check username / password / MFA.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go-oidc creates and stores the authorization code internally on success.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short-lived and is not an access token.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state, then exchange the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45920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client.go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63642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(c *ClientApp) Callback(w, r)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 := r.URL.Query().Get("code")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:= r.URL.Query().Get("state")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state == "" || state != expectedState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http.Error(w, "state mismatch — possible CSRF", 400)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back-channel POST to /token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postForm(opBaseURL+"/token", url.Values{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"grant_type":    {"authorization_code"},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"client_id":     {"repoboard-web"},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"code":          {code},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"redirect_uri":  {clientBaseURL + "/callback"},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"code_verifier": {codeVerifier},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3886200" cy="4206240"/>
          </a:xfrm>
          <a:prstGeom prst="roundRect">
            <a:avLst>
              <a:gd name="adj" fmla="val 1412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18120" y="17007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point 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212140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callback arrives through the browser (front-channel).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checked first — reject anything the client did not start.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code-for-token exchange is back-channel, and carries the code_verifier.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EXCHANGE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go-oidc verifies the exchange for you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4650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/token, go-oidc checks: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49834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exists and has not been used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client_id and redirect_uri match the original request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SHA-256(code_verifier) equals the stored code_challenge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issues access + refresh tokens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69164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op.go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10528" y="1984248"/>
            <a:ext cx="49469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enabled by provider options in op.go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provider.WithAuthCodeGrant(store, ResponseTypeCode),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provider.WithPKCE(CodeChallengeMethodSHA256),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provider.WithRefreshTokenGrant(store),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provider.WithRefreshTokenRotation(),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client never implements PKCE verification — it is a configuration choice on the server.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REDIRECT_URI GOES TO /TOKEN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binds the exchange to the original request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/authorize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17830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go-oidc stores client_id, redirect_uri, scope, state, code_challenge.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/callback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7889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returns code + state to the client.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/token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7947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resends redirect_uri + code_verifier; go-oidc checks they match.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endpoint does not redirect — it verifies the exchange belongs to the same request.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PKCE 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first, verifier later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2468880"/>
          </a:xfrm>
          <a:prstGeom prst="roundRect">
            <a:avLst>
              <a:gd name="adj" fmla="val 2222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379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redirect (client)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9834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code_verifier (random secret)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code_challenge = hash of verifier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2468880"/>
          </a:xfrm>
          <a:prstGeom prst="roundRect">
            <a:avLst>
              <a:gd name="adj" fmla="val 2222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379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/token (client → server)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58568"/>
            <a:ext cx="49834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sends the code_verifier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hashes it and compares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581144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code_challenge = BASE64URL( SHA256(code_verifier) )      // pkceChallenge() in client.go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is one-way: the server repeats the hash and compares — it never reverses it.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 AT THE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resource server validates by introspection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F5F7FB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645920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api.go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1938528"/>
            <a:ext cx="636422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apiProfile(w, r)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info, ok := introspect(r, "profile.read")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!ok 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writeJSON(w, 401, ...)   // invalid token or scope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return profile JSON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introspect(): POST /introspect (Basic auth),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require active == true AND the needed scope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35240" y="1554480"/>
            <a:ext cx="3886200" cy="4206240"/>
          </a:xfrm>
          <a:prstGeom prst="roundRect">
            <a:avLst>
              <a:gd name="adj" fmla="val 1412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18120" y="17007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point 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212140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(:8081) does not share memory with the AS (:8080).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validates the bearer token by calling /introspect — the real decoupled pattern.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for the wrong API or missing scope is rejected.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 access without re-authorizing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379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demo does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9834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client.go Refresh() posts grant_type=refresh_token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is on: a new refresh token replaces the old one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tokens are issued only when offline_access scope is granted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379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58568"/>
            <a:ext cx="49834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tokens should be short-lived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tokens are more sensitive — they mint new access tokens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makes refresh-token reuse detectable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Service-to-service — no user, no browser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379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demo does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9834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order-service authenticates with Basic auth (id : secret)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grant_type=client_credentials, scope fraud.check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calls /api/fraud-report with the token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379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58568"/>
            <a:ext cx="49834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browser redirect, no consent screen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 represents the service itself, not a user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confidential client can safely hold a secret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AUTHORIZATION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on a second device while the CLI polls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379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demo does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9834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DeviceStart() → POST /device_authorization (deploy-cli, deploy.write)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opens the verification page and approves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DevicePoll() polls /token with the device_code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3794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point 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58568"/>
            <a:ext cx="49834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CLI, TV, and limited-input devices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approval: authorization_pending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approval: token response, then calls /api/deploy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application shape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SPA / mobile with a user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645920"/>
            <a:ext cx="4937760" cy="56692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6459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service, no user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66560" y="2487168"/>
            <a:ext cx="4937760" cy="56692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48716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284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 an access token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66560" y="3328416"/>
            <a:ext cx="4937760" cy="56692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3284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16966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/ TV / limited input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4169664"/>
            <a:ext cx="4937760" cy="56692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1696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Authorization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01091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the user's identity / login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66560" y="5010912"/>
            <a:ext cx="4937760" cy="566928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50109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Connect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VS OPENID 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questions, two tokens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922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49834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 API access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Scopes; the resource API validates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  <a:effectLst>
            <a:outerShdw sx="100000" sy="100000" kx="0" ky="0" algn="bl" rotWithShape="0" blurRad="88900" dist="38100" dir="8100000">
              <a:srgbClr val="1F3A5F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922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Connect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12848"/>
            <a:ext cx="49834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identity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token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claims; the client validates identity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6E9"/>
          </a:solidFill>
          <a:ln w="12700">
            <a:solidFill>
              <a:srgbClr val="E8C8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54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Heads-up for Session 2:  </a:t>
            </a:r>
            <a:pPr indent="0" marL="0">
              <a:buNone/>
            </a:pPr>
            <a:r>
              <a:rPr lang="en-US" sz="1350" dirty="0">
                <a:solidFill>
                  <a:srgbClr val="5A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demo requests the </a:t>
            </a:r>
            <a:pPr indent="0" marL="0">
              <a:buNone/>
            </a:pPr>
            <a:r>
              <a:rPr lang="en-US" sz="1350" dirty="0">
                <a:solidFill>
                  <a:srgbClr val="9A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openid</a:t>
            </a:r>
            <a:pPr indent="0" marL="0">
              <a:buNone/>
            </a:pPr>
            <a:r>
              <a:rPr lang="en-US" sz="1350" dirty="0">
                <a:solidFill>
                  <a:srgbClr val="5A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scope, so go-oidc also issues an </a:t>
            </a:r>
            <a:pPr indent="0" marL="0">
              <a:buNone/>
            </a:pPr>
            <a:r>
              <a:rPr lang="en-US" sz="1350" dirty="0">
                <a:solidFill>
                  <a:srgbClr val="9A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id_token</a:t>
            </a:r>
            <a:pPr indent="0" marL="0">
              <a:buNone/>
            </a:pPr>
            <a:r>
              <a:rPr lang="en-US" sz="1350" dirty="0">
                <a:solidFill>
                  <a:srgbClr val="5A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that is OpenID Connect, covered in Session 2.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SESSION 1 MISTAKES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confusion mixes tokens, actors, and endpoints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45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OAuth “login”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OIDC language when identity / login is the goal.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606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 as identity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 is for APIs; ID token carries login claims.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566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/token redirects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/token returns JSON data to the client; it never redirects.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BECEA"/>
          </a:solidFill>
          <a:ln w="12700">
            <a:solidFill>
              <a:srgbClr val="E6B6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526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Confusing state and PKCE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4526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protects the callback; PKCE protects the code exchange.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DEMO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in this exact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 ·  Session 1  ·  Go demo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1691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run .   (starts :8080, :8081, :8082)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http://localhost:8082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3611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“Start Auth Code + PKCE flow” → Approve for Alya Developer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4572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“Call resource API with current access token”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48272" y="16916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 refresh token”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48272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“Run Client Credentials demo”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70332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48272" y="3611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“Start Device Authorization demo” → open verification page → approve → poll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4663440"/>
            <a:ext cx="384048" cy="384048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48272" y="4572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“Reset All Data” to run a clean pass again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CHECKPOINT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this chain from memory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redirect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60320" y="38404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38404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3840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38404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212080" y="38404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840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endpoint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0" y="38404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98080" y="38404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3840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token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418320" y="38404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84080" y="38404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38404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API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task: say who sends each request, where the token appears, and which party validates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OAuth Session 1 — Go Demo Walkthrough</dc:title>
  <dc:subject>PptxGenJS Presentation</dc:subject>
  <dc:creator>OAuth/JWT/FAPI Workshop</dc:creator>
  <cp:lastModifiedBy>OAuth/JWT/FAPI Workshop</cp:lastModifiedBy>
  <cp:revision>1</cp:revision>
  <dcterms:created xsi:type="dcterms:W3CDTF">2026-06-21T16:13:37Z</dcterms:created>
  <dcterms:modified xsi:type="dcterms:W3CDTF">2026-06-21T16:13:37Z</dcterms:modified>
</cp:coreProperties>
</file>